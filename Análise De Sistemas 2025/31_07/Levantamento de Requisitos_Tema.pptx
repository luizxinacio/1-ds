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7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4F43C-4FE4-90DA-1687-7D4CAFE70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3D51C2-CE1E-D3AA-B89D-85C12463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D378D-E303-CEF5-1DDE-8504AF90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BBA3D-2FB4-9D6E-9CB4-DBBD659D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CD2BD-D531-9A8B-BB63-6B6772E6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95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D4140-65CD-F713-5DCA-63F3DB0B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0BB89-B370-D484-E487-D39C1232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A7DB1-1275-4F53-7C0B-E7D6B838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487D4-FC33-CE58-4843-C18B0AB2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0FF238-D472-720F-D87B-FA3EF7FF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66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9B57B-CAF7-54A3-EA59-94A9D6E7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68424F-FBC2-4E83-A6D4-9D920006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D9B87-028B-77C6-F470-630D6CD7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C0BE02-D814-1248-F88E-B56B737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D40102-AB05-CF43-6CA8-E320B6FD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95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E6880-AB2E-EBE0-7756-59A423EF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B931B-DF5B-BB8D-FAE3-232868689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51C99C-3716-8F99-9EBD-361C8A768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78F21D-3ECD-A624-28B0-89F2D4DC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4F324-19FC-1824-0D25-941AAB93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E6FA2B-7747-A2C8-CC15-DB9EF297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6B273-A3B9-820D-73EF-5424C57F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A63F8F-9C9B-7D19-C804-281F415D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2A0A8F-B2F5-7498-FA00-0742B2BBD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603A46-B711-E8A5-97F3-EF1B2A012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BE1F4F-94CD-E25A-4CF0-E554C159F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F73648-48E6-9B69-CADE-98E7B930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14E5AC-27C4-EC98-6765-6F2A48A0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2D3571-21DF-4EF6-00EC-9C5473F0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57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4D145-E34A-6933-3712-A40396D1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4FE360-4E08-73D9-A9E7-02C6873F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B13341-BBDE-E343-9BB4-8E5A2151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516F0A-CAD2-9B40-45A8-6BB5DEC8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46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1520B3-F702-8ADC-FA0A-FFDD50FB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980FE0-C1CE-2371-E963-73622EAE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EF43F-85C6-888B-89E9-5DD1558E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53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4D1F9-BA90-746C-17C1-2442AFFD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A8BB3-15DC-839B-AA1C-2F3E1941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65DD1D-BB3C-D682-A070-016B43852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A6540F-8CCC-5B75-15F1-539BE154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6A0D98-346C-DD9D-F103-F283AA2C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B8AC96-1718-590A-036A-5360A623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9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C04B9-B5EF-83FF-8ADF-67C42757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336215-ED41-A37D-A169-C52F80A0F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C18593-56EF-1E5A-2F87-8E62FB607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17222-DC45-7E11-0C79-C57249AB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3EA5E6-87C8-B0AB-CEF5-B263DD16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6E3926-41B9-4C7B-CB95-33C29533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22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4DB8A-6500-7F19-239F-FDFAEA9B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D89FCD-6A41-7F4C-D4A6-59E029EB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A6276A-988F-8E13-A02A-3901696F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82BC3-2C74-41E1-A155-BA335586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79F100-7C01-69C7-6C9A-A5D63FFF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94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8C907B-0F71-1DAA-BE08-D7AAAD5B3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A80256-15F4-E586-C716-B1033B203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BD3C37-5CDA-25EB-8864-D66D4DB8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1955E3-433F-7D63-A320-55EDE62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6F6F4-BDEB-517B-D0F8-F9F0B067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1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E7056E-D99B-BAFB-323F-0651143F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FCC994-B5B6-F59E-21CC-8498C508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12DA4-0ACC-7E89-738E-39414BF2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CD81C-149F-4D65-BF80-D274376150D9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D1FB0-84AD-16E6-0C8B-39139D11E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0895FE-60A7-2015-9B7E-156350FD5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75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9694D-8B03-752A-F9D5-B54210560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Levantamento de Requisitos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4C26E1-343A-F5E7-14C4-B34D45F65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Análise e Projeto de Sistemas</a:t>
            </a:r>
          </a:p>
        </p:txBody>
      </p:sp>
    </p:spTree>
    <p:extLst>
      <p:ext uri="{BB962C8B-B14F-4D97-AF65-F5344CB8AC3E}">
        <p14:creationId xmlns:p14="http://schemas.microsoft.com/office/powerpoint/2010/main" val="353763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53B729D-04FF-DAB3-FA99-81F7278B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82" y="1047884"/>
            <a:ext cx="11216965" cy="47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836EFD-5B1E-57D8-E6F7-7D6CEBFC7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" y="982076"/>
            <a:ext cx="11529576" cy="48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5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7676AF-4DC9-C633-4AF1-F157828F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4" y="821263"/>
            <a:ext cx="11567651" cy="521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5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344F0B-C90A-2723-58E1-8D5570B30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" y="879220"/>
            <a:ext cx="11907152" cy="50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8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BB9B11-C41F-E515-CB7B-E5622D067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" y="254833"/>
            <a:ext cx="7475597" cy="643078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3EF8459-17AC-78E8-3C5F-4114B39CF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972" y="2275890"/>
            <a:ext cx="2905530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4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806D942-331A-95AB-3836-26FD1F395B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/>
        </p:blipFill>
        <p:spPr>
          <a:xfrm>
            <a:off x="2046157" y="1944569"/>
            <a:ext cx="8099685" cy="444145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903EE3D-F9D9-77FB-2CF0-57F2241F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de RF para Pet Shop</a:t>
            </a:r>
          </a:p>
        </p:txBody>
      </p:sp>
    </p:spTree>
    <p:extLst>
      <p:ext uri="{BB962C8B-B14F-4D97-AF65-F5344CB8AC3E}">
        <p14:creationId xmlns:p14="http://schemas.microsoft.com/office/powerpoint/2010/main" val="903303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BDBFCE4-E915-B373-C07A-78945001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385" y="538082"/>
            <a:ext cx="8129230" cy="578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0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F05F2F7-232F-2B43-C5C0-C8F2D83E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0" y="2351778"/>
            <a:ext cx="11797259" cy="351728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1044C463-099C-E3E8-82DD-AD49C1CF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de RNF para Pet Shop</a:t>
            </a:r>
          </a:p>
        </p:txBody>
      </p:sp>
    </p:spTree>
    <p:extLst>
      <p:ext uri="{BB962C8B-B14F-4D97-AF65-F5344CB8AC3E}">
        <p14:creationId xmlns:p14="http://schemas.microsoft.com/office/powerpoint/2010/main" val="402924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474867-8685-1DD7-1E3D-0422A668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65" y="839449"/>
            <a:ext cx="11605615" cy="526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1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Open Sans</vt:lpstr>
      <vt:lpstr>Tema do Office</vt:lpstr>
      <vt:lpstr>Levantamento de 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de RF para Pet Shop</vt:lpstr>
      <vt:lpstr>Apresentação do PowerPoint</vt:lpstr>
      <vt:lpstr>Exemplo de RNF para Pet Shop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Avezum Martus</dc:creator>
  <cp:lastModifiedBy>Andrea Avezum Martus</cp:lastModifiedBy>
  <cp:revision>7</cp:revision>
  <dcterms:created xsi:type="dcterms:W3CDTF">2025-03-28T00:29:48Z</dcterms:created>
  <dcterms:modified xsi:type="dcterms:W3CDTF">2025-07-24T13:39:43Z</dcterms:modified>
</cp:coreProperties>
</file>