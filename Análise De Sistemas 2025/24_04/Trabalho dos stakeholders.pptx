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CBE50068-FDC1-43EB-960F-F26D0A992814}">
          <p14:sldIdLst>
            <p14:sldId id="256"/>
            <p14:sldId id="257"/>
            <p14:sldId id="258"/>
            <p14:sldId id="266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36" autoAdjust="0"/>
    <p:restoredTop sz="94660"/>
  </p:normalViewPr>
  <p:slideViewPr>
    <p:cSldViewPr snapToGrid="0">
      <p:cViewPr varScale="1">
        <p:scale>
          <a:sx n="89" d="100"/>
          <a:sy n="89" d="100"/>
        </p:scale>
        <p:origin x="3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12/05/2025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7132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12/05/2025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520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12/05/2025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64183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12/05/2025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503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12/05/2025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976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12/05/2025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311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12/05/2025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4823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12/05/2025</a:t>
            </a:fld>
            <a:endParaRPr lang="pt-B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9549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F8C3FA3-5BE5-4A44-913C-3A40F0F6C774}" type="datetimeFigureOut">
              <a:rPr lang="pt-BR" smtClean="0"/>
              <a:t>12/05/2025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762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12/05/2025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4637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3FA3-5BE5-4A44-913C-3A40F0F6C774}" type="datetimeFigureOut">
              <a:rPr lang="pt-BR" smtClean="0"/>
              <a:t>12/05/2025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939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F8C3FA3-5BE5-4A44-913C-3A40F0F6C774}" type="datetimeFigureOut">
              <a:rPr lang="pt-BR" smtClean="0"/>
              <a:t>12/05/2025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7F01AD1-E191-4088-BD1D-C9A47869CA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493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79BFB-1A03-2C25-2C30-1E81914527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Análise e Projeto de Sistemas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DC257A-A947-D593-671B-D4BD7705C8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Luiz Henrique, Nilton Cesar, Brayan e Eduardo</a:t>
            </a:r>
          </a:p>
        </p:txBody>
      </p:sp>
    </p:spTree>
    <p:extLst>
      <p:ext uri="{BB962C8B-B14F-4D97-AF65-F5344CB8AC3E}">
        <p14:creationId xmlns:p14="http://schemas.microsoft.com/office/powerpoint/2010/main" val="1828973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56492-8785-A423-58F0-162BC59FD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0" i="0" dirty="0">
                <a:solidFill>
                  <a:srgbClr val="1F1F1F"/>
                </a:solidFill>
                <a:effectLst/>
                <a:latin typeface="Google Sans"/>
              </a:rPr>
              <a:t>Quem são os </a:t>
            </a:r>
            <a:r>
              <a:rPr lang="pt-BR" b="1" i="0" dirty="0">
                <a:solidFill>
                  <a:srgbClr val="1F1F1F"/>
                </a:solidFill>
                <a:effectLst/>
                <a:latin typeface="Google Sans"/>
              </a:rPr>
              <a:t>stakeholders</a:t>
            </a:r>
            <a:r>
              <a:rPr lang="pt-BR" b="0" i="0" dirty="0">
                <a:solidFill>
                  <a:srgbClr val="1F1F1F"/>
                </a:solidFill>
                <a:effectLst/>
                <a:latin typeface="Google Sans"/>
              </a:rPr>
              <a:t> no desenvolvimento </a:t>
            </a:r>
            <a:r>
              <a:rPr lang="pt-BR" dirty="0">
                <a:solidFill>
                  <a:srgbClr val="1F1F1F"/>
                </a:solidFill>
                <a:latin typeface="Google Sans"/>
              </a:rPr>
              <a:t>do </a:t>
            </a:r>
            <a:r>
              <a:rPr lang="pt-BR" b="0" i="0" dirty="0">
                <a:solidFill>
                  <a:srgbClr val="1F1F1F"/>
                </a:solidFill>
                <a:effectLst/>
                <a:latin typeface="Google Sans"/>
              </a:rPr>
              <a:t>projeto de um sistema?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F1EAA2-A71E-1AD1-87BA-4F4F9D75A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No desenvolvimento de sistemas, stakeholders são pessoas, grupos ou organizações que tem interesse pelo desenvolvimento ou que têm influência sobre ele, podendo ser internos(como a equipe de desenvolvimento) à empresa ou externos(clientes ou fornecedores).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Eles tem grande importância para o desenvolvimento por serem internos como a equipe que irá desenvolver o sistema e externos como os clientes para a analise e levantamentos dos requisitos.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2054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37B5FF3-80C8-115E-6953-37E4AD3A4349}"/>
              </a:ext>
            </a:extLst>
          </p:cNvPr>
          <p:cNvSpPr txBox="1"/>
          <p:nvPr/>
        </p:nvSpPr>
        <p:spPr>
          <a:xfrm>
            <a:off x="1169233" y="1004342"/>
            <a:ext cx="936885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242424"/>
                </a:solidFill>
                <a:effectLst/>
                <a:latin typeface="-apple-system"/>
              </a:rPr>
              <a:t>Pense em uma </a:t>
            </a:r>
            <a:r>
              <a:rPr lang="pt-BR" sz="3600" b="1" i="0" dirty="0">
                <a:solidFill>
                  <a:srgbClr val="242424"/>
                </a:solidFill>
                <a:effectLst/>
                <a:latin typeface="-apple-system"/>
              </a:rPr>
              <a:t>nova aplicação </a:t>
            </a:r>
            <a:r>
              <a:rPr lang="pt-BR" sz="3600" b="0" i="0" dirty="0">
                <a:solidFill>
                  <a:srgbClr val="242424"/>
                </a:solidFill>
                <a:effectLst/>
                <a:latin typeface="-apple-system"/>
              </a:rPr>
              <a:t>ou </a:t>
            </a:r>
            <a:r>
              <a:rPr lang="pt-BR" sz="3600" b="1" i="0" dirty="0">
                <a:solidFill>
                  <a:srgbClr val="242424"/>
                </a:solidFill>
                <a:effectLst/>
                <a:latin typeface="-apple-system"/>
              </a:rPr>
              <a:t>plataforma</a:t>
            </a:r>
            <a:r>
              <a:rPr lang="pt-BR" sz="3600" b="0" i="0" dirty="0">
                <a:solidFill>
                  <a:srgbClr val="242424"/>
                </a:solidFill>
                <a:effectLst/>
                <a:latin typeface="-apple-system"/>
              </a:rPr>
              <a:t> que atenda às necessidades de um negócio.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242424"/>
                </a:solidFill>
                <a:effectLst/>
                <a:latin typeface="-apple-system"/>
              </a:rPr>
              <a:t>Crie no mínimo </a:t>
            </a:r>
            <a:r>
              <a:rPr lang="pt-BR" sz="3600" b="1" i="0" dirty="0">
                <a:solidFill>
                  <a:srgbClr val="242424"/>
                </a:solidFill>
                <a:effectLst/>
                <a:latin typeface="-apple-system"/>
              </a:rPr>
              <a:t>5 perguntas </a:t>
            </a:r>
            <a:r>
              <a:rPr lang="pt-BR" sz="3600" b="0" i="0" dirty="0">
                <a:solidFill>
                  <a:srgbClr val="242424"/>
                </a:solidFill>
                <a:effectLst/>
                <a:latin typeface="-apple-system"/>
              </a:rPr>
              <a:t>para um questionário que deverá ser respondido pelo </a:t>
            </a:r>
            <a:r>
              <a:rPr lang="pt-BR" sz="3600" b="1" i="0" dirty="0">
                <a:solidFill>
                  <a:srgbClr val="242424"/>
                </a:solidFill>
                <a:effectLst/>
                <a:latin typeface="-apple-system"/>
              </a:rPr>
              <a:t>ChatGPT</a:t>
            </a:r>
            <a:r>
              <a:rPr lang="pt-BR" sz="3600" b="0" i="0" dirty="0">
                <a:solidFill>
                  <a:srgbClr val="242424"/>
                </a:solidFill>
                <a:effectLst/>
                <a:latin typeface="-apple-system"/>
              </a:rPr>
              <a:t>, que fará o papel do stakeholder para o </a:t>
            </a:r>
            <a:r>
              <a:rPr lang="pt-BR" sz="3600" b="1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-apple-system"/>
              </a:rPr>
              <a:t>problema</a:t>
            </a:r>
            <a:r>
              <a:rPr lang="pt-BR" sz="3600" dirty="0">
                <a:solidFill>
                  <a:srgbClr val="242424"/>
                </a:solidFill>
                <a:highlight>
                  <a:srgbClr val="FFFF00"/>
                </a:highlight>
                <a:latin typeface="-apple-system"/>
              </a:rPr>
              <a:t>...</a:t>
            </a:r>
            <a:r>
              <a:rPr lang="pt-BR" sz="3600" b="0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-apple-system"/>
              </a:rPr>
              <a:t> 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242424"/>
                </a:solidFill>
                <a:effectLst/>
                <a:latin typeface="-apple-system"/>
              </a:rPr>
              <a:t>Devolva sua atividade com as perguntas e as respostas do stakeholder.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1294907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10B261B-4854-4865-BAA0-5C68AA218E63}"/>
              </a:ext>
            </a:extLst>
          </p:cNvPr>
          <p:cNvSpPr txBox="1"/>
          <p:nvPr/>
        </p:nvSpPr>
        <p:spPr>
          <a:xfrm>
            <a:off x="2581834" y="3743660"/>
            <a:ext cx="70283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Empresa de transporte com problemas nos horários e registro de clientes.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B8C9CA8-C614-4E01-8B1B-7193D0C69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9732" y="2965615"/>
            <a:ext cx="2932535" cy="605925"/>
          </a:xfrm>
        </p:spPr>
        <p:txBody>
          <a:bodyPr>
            <a:normAutofit fontScale="90000"/>
          </a:bodyPr>
          <a:lstStyle/>
          <a:p>
            <a:r>
              <a:rPr lang="pt-BR" dirty="0"/>
              <a:t>CONTEXTO</a:t>
            </a:r>
          </a:p>
        </p:txBody>
      </p:sp>
    </p:spTree>
    <p:extLst>
      <p:ext uri="{BB962C8B-B14F-4D97-AF65-F5344CB8AC3E}">
        <p14:creationId xmlns:p14="http://schemas.microsoft.com/office/powerpoint/2010/main" val="1610503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41CD4-2A50-8035-8AC1-48E3E851F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Quais são os maiores desafios que vocês enfrentam com os horários?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9D2060-E1C5-DC82-A386-5F7B9DC03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11887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400" dirty="0"/>
              <a:t>Pontualidade dos veículos; Coordenação entre linhas e conexões; Demanda variável; Comunicação com os usuários; Tecnologia e infraestrutura. Esses desafios exigem uma abordagem estratégica para equilibrar eficiência operacional e satisfação dos usuários.</a:t>
            </a:r>
          </a:p>
        </p:txBody>
      </p:sp>
    </p:spTree>
    <p:extLst>
      <p:ext uri="{BB962C8B-B14F-4D97-AF65-F5344CB8AC3E}">
        <p14:creationId xmlns:p14="http://schemas.microsoft.com/office/powerpoint/2010/main" val="513917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41CD4-2A50-8035-8AC1-48E3E851F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Quais são os principais problemas com o registro de clientes?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9D2060-E1C5-DC82-A386-5F7B9DC03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5"/>
            <a:ext cx="7729728" cy="11887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400" dirty="0"/>
              <a:t>Falta de centralização dos dados; Dificuldade em criar perfis de clientes; Processo manual e demorado; Ausência de um canal para feedback; Baixa acessibilidade e engajamento. Esses problemas prejudicam a eficiência do serviço e a experiência dos usuários.</a:t>
            </a:r>
          </a:p>
        </p:txBody>
      </p:sp>
    </p:spTree>
    <p:extLst>
      <p:ext uri="{BB962C8B-B14F-4D97-AF65-F5344CB8AC3E}">
        <p14:creationId xmlns:p14="http://schemas.microsoft.com/office/powerpoint/2010/main" val="635629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41CD4-2A50-8035-8AC1-48E3E851F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11858"/>
            <a:ext cx="7729728" cy="1188720"/>
          </a:xfrm>
        </p:spPr>
        <p:txBody>
          <a:bodyPr>
            <a:normAutofit/>
          </a:bodyPr>
          <a:lstStyle/>
          <a:p>
            <a:r>
              <a:rPr lang="pt-BR" dirty="0"/>
              <a:t>Como vocês querem a interface do app?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8AAA68-3766-4EDD-9672-C56B107C4C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4283" y="1596807"/>
            <a:ext cx="10203434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Tela Inicial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Menu claro com opções simples, como "Registrar-se", "Consultar Horários" e "Enviar Feedback".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Acesso rápido para informações essenciais, como notificações de horários ou alterações.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Perfil do Usuário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 espaço onde o cliente possa atualizar suas informações pessoais.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Histórico de viagens, rotas favoritas e saldos (se houver integração com pagamento).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Consulta de Horários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Integração com rastreamento em tempo real para mostrar a localização atual dos veículos.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Opção de salvar horários ou rotas frequentes.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Canal de Comunicação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Área para envio de mensagens, sugestões ou reclamações, com retorno rápido por meio do app.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e Navegabilidade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Botões e ícones bem visíveis.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 layout visualmente agradável com cores que representem a identidade da empresa.</a:t>
            </a:r>
          </a:p>
        </p:txBody>
      </p:sp>
    </p:spTree>
    <p:extLst>
      <p:ext uri="{BB962C8B-B14F-4D97-AF65-F5344CB8AC3E}">
        <p14:creationId xmlns:p14="http://schemas.microsoft.com/office/powerpoint/2010/main" val="2958609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41CD4-2A50-8035-8AC1-48E3E851F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seria necessário das informações dos clientes?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07D40E-7564-4005-A6C9-A16E23D9F2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71431" y="2526581"/>
            <a:ext cx="778943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Nome completo.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E-mail e/ou telefone para contato.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CPF (opcional, caso necessário para benefícios ou identificações únicas).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Dados de viagem (rotas mais usadas, horários preferidos).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Permissões para envio de notificações.</a:t>
            </a:r>
          </a:p>
        </p:txBody>
      </p:sp>
    </p:spTree>
    <p:extLst>
      <p:ext uri="{BB962C8B-B14F-4D97-AF65-F5344CB8AC3E}">
        <p14:creationId xmlns:p14="http://schemas.microsoft.com/office/powerpoint/2010/main" val="1684193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41CD4-2A50-8035-8AC1-48E3E851F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Você quer que organizemos o formato dos horários de que maneira?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9D2060-E1C5-DC82-A386-5F7B9DC03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Horários Segmentados por Períodos do Dia</a:t>
            </a:r>
          </a:p>
          <a:p>
            <a:r>
              <a:rPr lang="pt-BR" sz="2400" dirty="0"/>
              <a:t>Identificação de Linhas e Rota</a:t>
            </a:r>
          </a:p>
          <a:p>
            <a:r>
              <a:rPr lang="pt-BR" sz="2400" dirty="0"/>
              <a:t>Atualização em Tempo Real</a:t>
            </a:r>
          </a:p>
          <a:p>
            <a:r>
              <a:rPr lang="pt-BR" sz="2400" dirty="0"/>
              <a:t>Formato Amigável para o Usuário</a:t>
            </a:r>
          </a:p>
          <a:p>
            <a:r>
              <a:rPr lang="pt-BR" sz="2400" dirty="0"/>
              <a:t>Versão Simplificada e Completa</a:t>
            </a:r>
          </a:p>
        </p:txBody>
      </p:sp>
    </p:spTree>
    <p:extLst>
      <p:ext uri="{BB962C8B-B14F-4D97-AF65-F5344CB8AC3E}">
        <p14:creationId xmlns:p14="http://schemas.microsoft.com/office/powerpoint/2010/main" val="46580270"/>
      </p:ext>
    </p:extLst>
  </p:cSld>
  <p:clrMapOvr>
    <a:masterClrMapping/>
  </p:clrMapOvr>
</p:sld>
</file>

<file path=ppt/theme/theme1.xml><?xml version="1.0" encoding="utf-8"?>
<a:theme xmlns:a="http://schemas.openxmlformats.org/drawingml/2006/main" name="Pacote">
  <a:themeElements>
    <a:clrScheme name="Pacote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TM10001115[[fn=Pacote]]</Template>
  <TotalTime>135</TotalTime>
  <Words>500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-apple-system</vt:lpstr>
      <vt:lpstr>Arial</vt:lpstr>
      <vt:lpstr>Gill Sans MT</vt:lpstr>
      <vt:lpstr>Google Sans</vt:lpstr>
      <vt:lpstr>Pacote</vt:lpstr>
      <vt:lpstr>Análise e Projeto de Sistemas</vt:lpstr>
      <vt:lpstr>Quem são os stakeholders no desenvolvimento do projeto de um sistema?</vt:lpstr>
      <vt:lpstr>Apresentação do PowerPoint</vt:lpstr>
      <vt:lpstr>CONTEXTO</vt:lpstr>
      <vt:lpstr>Quais são os maiores desafios que vocês enfrentam com os horários?</vt:lpstr>
      <vt:lpstr>Quais são os principais problemas com o registro de clientes?</vt:lpstr>
      <vt:lpstr>Como vocês querem a interface do app?</vt:lpstr>
      <vt:lpstr>O que seria necessário das informações dos clientes?</vt:lpstr>
      <vt:lpstr>Você quer que organizemos o formato dos horários de que maneira?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e Projeto de Sistemas</dc:title>
  <dc:creator>Andrea Avezum Martus</dc:creator>
  <cp:lastModifiedBy>Micro</cp:lastModifiedBy>
  <cp:revision>14</cp:revision>
  <dcterms:created xsi:type="dcterms:W3CDTF">2025-04-22T23:41:48Z</dcterms:created>
  <dcterms:modified xsi:type="dcterms:W3CDTF">2025-05-12T16:02:56Z</dcterms:modified>
</cp:coreProperties>
</file>