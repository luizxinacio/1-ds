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742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659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789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37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3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43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37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477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44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41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83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9211024-D642-45EC-B2DD-8C93649BE84F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419DBD6-E21B-4DFB-B730-AE99C84C23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90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5C36D-96F6-C65A-0939-6DE593B70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1450"/>
            <a:ext cx="9144000" cy="2895366"/>
          </a:xfrm>
        </p:spPr>
        <p:txBody>
          <a:bodyPr/>
          <a:lstStyle/>
          <a:p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JOGO DE DAMAS</a:t>
            </a:r>
            <a:br>
              <a:rPr lang="pt-BR" dirty="0"/>
            </a:br>
            <a:r>
              <a:rPr lang="pt-BR" dirty="0"/>
              <a:t>Requisitos Funcionais e Não Funcionais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C2567D-D09D-8D55-86FF-668A23449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7951"/>
            <a:ext cx="9144000" cy="1655762"/>
          </a:xfrm>
        </p:spPr>
        <p:txBody>
          <a:bodyPr>
            <a:norm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Luiz Henrique</a:t>
            </a:r>
          </a:p>
          <a:p>
            <a:r>
              <a:rPr lang="pt-BR" sz="1600" dirty="0">
                <a:solidFill>
                  <a:schemeClr val="bg1"/>
                </a:solidFill>
              </a:rPr>
              <a:t>Nilton César</a:t>
            </a:r>
          </a:p>
        </p:txBody>
      </p:sp>
    </p:spTree>
    <p:extLst>
      <p:ext uri="{BB962C8B-B14F-4D97-AF65-F5344CB8AC3E}">
        <p14:creationId xmlns:p14="http://schemas.microsoft.com/office/powerpoint/2010/main" val="2093416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9E48A-FDD0-0FD2-0C19-0EBBC498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Análise Textual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1A4E31-3DF1-2D99-B442-AA47466BD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02933"/>
            <a:ext cx="7729728" cy="391159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O jogo de damas é um clássico jogo de tabuleiro que envolve estratégia, raciocínio e planejamento. Ele é jogado em um tabuleiro de 8x8 casas, alternando entre cores claras e escuras, onde cada jogador controla um conjunto de peças, geralmente pretas ou brancas. O objetivo principal é capturar todas as peças do adversário ou bloqueá-lo de modo que ele não possa mais mover suas peças.</a:t>
            </a:r>
          </a:p>
          <a:p>
            <a:r>
              <a:rPr lang="pt-BR" dirty="0"/>
              <a:t>Durante o jogo, as peças podem se mover diagonalmente para frente, e ao atingir a última linha do lado do oponente, podem se transformar em damas, que têm a liberdade de se mover tanto para frente quanto para trás, aumentando as possibilidades de ataque e defesa. As capturas são feitas pulando sobre as peças adversárias, removendo-as do tabuleiro.</a:t>
            </a:r>
          </a:p>
          <a:p>
            <a:r>
              <a:rPr lang="pt-BR" dirty="0"/>
              <a:t>O jogo de damas exige atenção às jogadas do adversário, antecipação de movimentos e uma boa estratégia para proteger suas próprias peças enquanto tenta capturar as do oponente. É um jogo que promove o pensamento lógico, a paciência e a tomada de decisão rápida.</a:t>
            </a:r>
          </a:p>
        </p:txBody>
      </p:sp>
    </p:spTree>
    <p:extLst>
      <p:ext uri="{BB962C8B-B14F-4D97-AF65-F5344CB8AC3E}">
        <p14:creationId xmlns:p14="http://schemas.microsoft.com/office/powerpoint/2010/main" val="265313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4089C-505F-A2A3-12EF-BA867177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Jogo de Damas - Requisitos Funcionais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8E215-8F76-F320-6234-B92DC07F7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966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RF001 - </a:t>
            </a:r>
            <a:r>
              <a:rPr lang="pt-BR" b="1" dirty="0"/>
              <a:t>Interação com o tabuleiro: </a:t>
            </a:r>
            <a:r>
              <a:rPr lang="pt-BR" dirty="0"/>
              <a:t>O sistema deve disponibilizar um tabuleiro de tamanho 8x8, 10x10 e 12x12 (Tamanhos oficiais).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RF002 -</a:t>
            </a:r>
            <a:r>
              <a:rPr lang="pt-BR" b="1" dirty="0"/>
              <a:t> Seleção de peças:</a:t>
            </a:r>
            <a:r>
              <a:rPr lang="pt-BR" dirty="0"/>
              <a:t> O sistema deve fazer que cada jogador ou máquina controle um conjunto de peças.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RF003 - </a:t>
            </a:r>
            <a:r>
              <a:rPr lang="pt-BR" b="1" dirty="0"/>
              <a:t>Verificação de ganhador/perdedor: </a:t>
            </a:r>
            <a:r>
              <a:rPr lang="pt-BR" dirty="0"/>
              <a:t>O sistema deve dar a vitória ao jogador ou máquina que capturar todas as peças do adversário ou bloqueá-lo de modo que ele não possa mais mover suas peças.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RF004 -</a:t>
            </a:r>
            <a:r>
              <a:rPr lang="pt-BR" b="1" dirty="0"/>
              <a:t> Movimentação de peças: </a:t>
            </a:r>
            <a:r>
              <a:rPr lang="pt-BR" dirty="0"/>
              <a:t>O sistema deve fazer que durante o jogo, as peças podem se mover diagonalmente para frente.</a:t>
            </a:r>
          </a:p>
        </p:txBody>
      </p:sp>
    </p:spTree>
    <p:extLst>
      <p:ext uri="{BB962C8B-B14F-4D97-AF65-F5344CB8AC3E}">
        <p14:creationId xmlns:p14="http://schemas.microsoft.com/office/powerpoint/2010/main" val="387507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4089C-505F-A2A3-12EF-BA867177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Jogo de Damas - Requisitos Funcionais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8E215-8F76-F320-6234-B92DC07F7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558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RF005 - </a:t>
            </a:r>
            <a:r>
              <a:rPr lang="pt-BR" b="1" dirty="0"/>
              <a:t>Coroamento de dama:</a:t>
            </a:r>
            <a:r>
              <a:rPr lang="pt-BR" dirty="0"/>
              <a:t> e ao atingir a última linha do lado do oponente, podem se transformar em damas que têm a liberdade de se mover tanto para frente quanto para trás, aumentando as possibilidades de ataque e defesa.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RF006 – </a:t>
            </a:r>
            <a:r>
              <a:rPr lang="pt-BR" b="1" dirty="0"/>
              <a:t>Movimentação de peças:</a:t>
            </a:r>
            <a:r>
              <a:rPr lang="pt-BR" dirty="0"/>
              <a:t> As capturas são feitas pulando sobre as peças adversárias, removendo-as do tabuleiro.</a:t>
            </a:r>
            <a:r>
              <a:rPr lang="pt-BR" b="1" dirty="0"/>
              <a:t> </a:t>
            </a:r>
            <a:r>
              <a:rPr lang="pt-BR" dirty="0"/>
              <a:t> O sistema deve permitir que o usuário movimente as peças no tabuleiro, tanto para movimentos simples quanto para capturas (simples ou múltiplas).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RF007 -</a:t>
            </a:r>
            <a:r>
              <a:rPr lang="pt-BR" b="1" dirty="0"/>
              <a:t> Jogo contra a máquina:</a:t>
            </a:r>
            <a:r>
              <a:rPr lang="pt-BR" dirty="0"/>
              <a:t> 2jogadores/ou 1 jogador com 1 maquina, o sistema deve ter um nível de dificuldade configurável para o jogador de computador. 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RF008 - </a:t>
            </a:r>
            <a:r>
              <a:rPr lang="pt-BR" b="1" dirty="0"/>
              <a:t>Regras do jogo:</a:t>
            </a:r>
            <a:r>
              <a:rPr lang="pt-BR" dirty="0"/>
              <a:t> O sistema deve implementar as regras do jogo de damas, incluindo movimentos válidos, capturas obrigatórias e outras regras específicas.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136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4089C-505F-A2A3-12EF-BA867177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Jogo de Damas - Requisitos Não-Funcionais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8E215-8F76-F320-6234-B92DC07F7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96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700" dirty="0"/>
              <a:t>RNF001 -</a:t>
            </a:r>
            <a:r>
              <a:rPr lang="pt-BR" b="1" dirty="0"/>
              <a:t> </a:t>
            </a:r>
            <a:r>
              <a:rPr lang="pt-BR" sz="1700" b="1" dirty="0"/>
              <a:t>Personalização:</a:t>
            </a:r>
            <a:r>
              <a:rPr lang="pt-BR" sz="1700" dirty="0"/>
              <a:t> Alternando as cores do tabuleiro entre cores claras e escuras, com peças geralmente pretas ou brancas.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r>
              <a:rPr lang="pt-BR" sz="1700" dirty="0"/>
              <a:t>RFN002 -</a:t>
            </a:r>
            <a:r>
              <a:rPr lang="pt-BR" b="1" dirty="0"/>
              <a:t> </a:t>
            </a:r>
            <a:r>
              <a:rPr lang="pt-BR" sz="1700" b="1" dirty="0"/>
              <a:t>Feedback visual e sonoro:</a:t>
            </a:r>
            <a:r>
              <a:rPr lang="pt-BR" sz="1700" dirty="0"/>
              <a:t> O jogo deve fornecer feedback visual e sonoro para indicar ações do jogador e eventos do jogo.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r>
              <a:rPr lang="pt-BR" sz="1700" dirty="0"/>
              <a:t>RNF003 - </a:t>
            </a:r>
            <a:r>
              <a:rPr lang="pt-BR" sz="1700" b="1" dirty="0"/>
              <a:t>Velocidade de resposta:</a:t>
            </a:r>
            <a:r>
              <a:rPr lang="pt-BR" sz="1700" dirty="0"/>
              <a:t> O jogo deve responder rapidamente aos movimentos do jogador, sem atrasos perceptíveis.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r>
              <a:rPr lang="pt-BR" sz="1700" dirty="0"/>
              <a:t>RNF004 - </a:t>
            </a:r>
            <a:r>
              <a:rPr lang="pt-BR" sz="1700" b="1" dirty="0"/>
              <a:t>Tempo de carregamento:</a:t>
            </a:r>
            <a:r>
              <a:rPr lang="pt-BR" sz="1700" dirty="0"/>
              <a:t> O jogo deve carregar rapidamente, tanto no início quanto durante as partidas.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endParaRPr lang="pt-BR" sz="1700" b="1" dirty="0"/>
          </a:p>
        </p:txBody>
      </p:sp>
    </p:spTree>
    <p:extLst>
      <p:ext uri="{BB962C8B-B14F-4D97-AF65-F5344CB8AC3E}">
        <p14:creationId xmlns:p14="http://schemas.microsoft.com/office/powerpoint/2010/main" val="124628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4089C-505F-A2A3-12EF-BA867177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Jogo de Damas - Requisitos Não-Funcionais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8E215-8F76-F320-6234-B92DC07F7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06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700" dirty="0"/>
              <a:t>RNF005 - </a:t>
            </a:r>
            <a:r>
              <a:rPr lang="pt-BR" sz="1700" b="1" dirty="0"/>
              <a:t>Consumo de recursos:</a:t>
            </a:r>
            <a:r>
              <a:rPr lang="pt-BR" sz="1700" dirty="0"/>
              <a:t> O jogo deve ser otimizado para não consumir muitos recursos do dispositivo (CPU, memória).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r>
              <a:rPr lang="pt-BR" sz="1700" dirty="0"/>
              <a:t>RNF006 - </a:t>
            </a:r>
            <a:r>
              <a:rPr lang="pt-BR" sz="1700" b="1" dirty="0"/>
              <a:t>Interface intuitiva:</a:t>
            </a:r>
            <a:r>
              <a:rPr lang="pt-BR" sz="1700" dirty="0"/>
              <a:t> O jogo deve ter uma interface fácil de usar e entender, com menus e botões claros.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r>
              <a:rPr lang="pt-BR" sz="1700" dirty="0"/>
              <a:t>RNF007 - </a:t>
            </a:r>
            <a:r>
              <a:rPr lang="pt-BR" sz="1700" b="1" dirty="0"/>
              <a:t>Facilidade de aprendizado:</a:t>
            </a:r>
            <a:r>
              <a:rPr lang="pt-BR" sz="1700" dirty="0"/>
              <a:t> O jogo deve ser fácil de aprender, com tutoriais ou dicas para novos jogadores.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r>
              <a:rPr lang="pt-BR" sz="1700" dirty="0"/>
              <a:t>RFN008 - </a:t>
            </a:r>
            <a:r>
              <a:rPr lang="pt-BR" sz="1700" b="1" dirty="0"/>
              <a:t>Acessibilidade:</a:t>
            </a:r>
            <a:r>
              <a:rPr lang="pt-BR" sz="1700" dirty="0"/>
              <a:t> O jogo deve ser acessível para pessoas com diferentes habilidades, incluindo opções de personalização de cores e tamanhos.</a:t>
            </a:r>
          </a:p>
          <a:p>
            <a:pPr marL="0" indent="0">
              <a:buNone/>
            </a:pPr>
            <a:endParaRPr lang="pt-BR" sz="1700" dirty="0"/>
          </a:p>
          <a:p>
            <a:pPr marL="0" indent="0">
              <a:buNone/>
            </a:pPr>
            <a:endParaRPr lang="pt-BR" sz="1700" b="1" dirty="0"/>
          </a:p>
        </p:txBody>
      </p:sp>
    </p:spTree>
    <p:extLst>
      <p:ext uri="{BB962C8B-B14F-4D97-AF65-F5344CB8AC3E}">
        <p14:creationId xmlns:p14="http://schemas.microsoft.com/office/powerpoint/2010/main" val="546518420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co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147</TotalTime>
  <Words>671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Pacote</vt:lpstr>
      <vt:lpstr>JOGO DE DAMAS Requisitos Funcionais e Não Funcionais</vt:lpstr>
      <vt:lpstr>Análise Textual </vt:lpstr>
      <vt:lpstr>Jogo de Damas - Requisitos Funcionais</vt:lpstr>
      <vt:lpstr>Jogo de Damas - Requisitos Funcionais</vt:lpstr>
      <vt:lpstr>Jogo de Damas - Requisitos Não-Funcionais</vt:lpstr>
      <vt:lpstr>Jogo de Damas - Requisitos Não-Funcionais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Requisitos Funcionais e Não Funcionais</dc:title>
  <dc:creator>Andrea Avezum Martus</dc:creator>
  <cp:lastModifiedBy>Micro</cp:lastModifiedBy>
  <cp:revision>14</cp:revision>
  <dcterms:created xsi:type="dcterms:W3CDTF">2023-05-02T23:02:01Z</dcterms:created>
  <dcterms:modified xsi:type="dcterms:W3CDTF">2025-06-23T16:17:27Z</dcterms:modified>
</cp:coreProperties>
</file>